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objective: apply GitOps principles to database deployments.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High-level summary for directors and architecture 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issues are typical in legacy and EBS-like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compliance, security, and operational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the old and new models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architecture from top to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this mirrors ArgoCD-style pull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slide for security teams and DBAs.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Relate benefits to real production incidents.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future scalability and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Governed Database Deployments with Airflow &amp; Flyway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secure, auditable and pull-based model for database changes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database deployments introduce high operational risk</a:t>
            </a:r>
          </a:p>
          <a:p>
            <a:r>
              <a:t>Limited auditability and weak governance are common</a:t>
            </a:r>
          </a:p>
          <a:p>
            <a:r>
              <a:t>A pull-based model improves control and security</a:t>
            </a:r>
          </a:p>
          <a:p>
            <a:r>
              <a:t>This architecture has been validated in a working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Direct database access by humans or scripts</a:t>
            </a:r>
          </a:p>
          <a:p>
            <a:r>
              <a:t>DDL changes without rollback guarantees</a:t>
            </a:r>
          </a:p>
          <a:p>
            <a:r>
              <a:t>DML failures hard to detect and recover</a:t>
            </a:r>
          </a:p>
          <a:p>
            <a:r>
              <a:t>Limited traceability across environments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governance and auditability</a:t>
            </a:r>
          </a:p>
          <a:p>
            <a:r>
              <a:t>Clear separation of duties</a:t>
            </a:r>
          </a:p>
          <a:p>
            <a:r>
              <a:t>No inbound database exposure</a:t>
            </a:r>
          </a:p>
          <a:p>
            <a:r>
              <a:t>Compatibility with legacy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vs Proposed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Current: Manual or semi-automated SQL execution</a:t>
            </a:r>
          </a:p>
          <a:p>
            <a:r>
              <a:t>Current: High operational risk and weak audit trail</a:t>
            </a:r>
          </a:p>
          <a:p>
            <a:r>
              <a:t>Proposed: Git-governed, pull-based execution</a:t>
            </a:r>
          </a:p>
          <a:p>
            <a:r>
              <a:t>Proposed: Deterministic and auditable deployments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Architecture (Logical 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Repository: source of truth and approvals</a:t>
            </a:r>
          </a:p>
          <a:p>
            <a:r>
              <a:t>Webhook: event-based trigger</a:t>
            </a:r>
          </a:p>
          <a:p>
            <a:r>
              <a:t>Airflow: orchestration and control plane</a:t>
            </a:r>
          </a:p>
          <a:p>
            <a:r>
              <a:t>Flyway: schema and data versioning</a:t>
            </a:r>
          </a:p>
          <a:p>
            <a:r>
              <a:t>Database: isolated execution target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Pull-Based 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Developers commit SQL migrations to Git</a:t>
            </a:r>
          </a:p>
          <a:p>
            <a:r>
              <a:t>Git notifies Airflow via webhook</a:t>
            </a:r>
          </a:p>
          <a:p>
            <a:r>
              <a:t>Airflow orchestrates execution</a:t>
            </a:r>
          </a:p>
          <a:p>
            <a:r>
              <a:t>Flyway applies migrations deterministically</a:t>
            </a:r>
          </a:p>
          <a:p>
            <a:r>
              <a:t>Database evolves with full history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credentials stored in code or Git</a:t>
            </a:r>
          </a:p>
          <a:p>
            <a:r>
              <a:t>Secrets managed via Airflow Connections</a:t>
            </a:r>
          </a:p>
          <a:p>
            <a:r>
              <a:t>Outbound-only connectivity</a:t>
            </a:r>
          </a:p>
          <a:p>
            <a:r>
              <a:t>Principle of Least Privilege enforced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Safe handling of DDL and DML failures</a:t>
            </a:r>
          </a:p>
          <a:p>
            <a:r>
              <a:t>Explicit recovery and repair mechanisms</a:t>
            </a:r>
          </a:p>
          <a:p>
            <a:r>
              <a:t>Repeatable and idempotent deployments</a:t>
            </a:r>
          </a:p>
          <a:p>
            <a:r>
              <a:t>Clear promotion across environments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Enables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Jenkins integration for approvals</a:t>
            </a:r>
          </a:p>
          <a:p>
            <a:r>
              <a:t>Support for MySQL and Oracle EBS</a:t>
            </a:r>
          </a:p>
          <a:p>
            <a:r>
              <a:t>DEV → QA → PROD standardization</a:t>
            </a:r>
          </a:p>
          <a:p>
            <a:r>
              <a:t>Compliance-ready database change process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