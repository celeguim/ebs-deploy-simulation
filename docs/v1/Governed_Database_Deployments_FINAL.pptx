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787" autoAdjust="0"/>
  </p:normalViewPr>
  <p:slideViewPr>
    <p:cSldViewPr snapToGrid="0" snapToObjects="1">
      <p:cViewPr varScale="1">
        <p:scale>
          <a:sx n="95" d="100"/>
          <a:sy n="95" d="100"/>
        </p:scale>
        <p:origin x="368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AABDC2-9A40-445A-BD03-E1C2F41B28C1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5FD791-366A-4A16-B46A-BA17DCF87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210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irflow.apache.org/docs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FD791-366A-4A16-B46A-BA17DCF875E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561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High-level overview for directors and architecture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These issues are typical in legacy and EBS-like systems.</a:t>
            </a:r>
          </a:p>
          <a:p>
            <a:r>
              <a:rPr lang="en-US" dirty="0"/>
              <a:t>DDL data definition language</a:t>
            </a:r>
          </a:p>
          <a:p>
            <a:r>
              <a:rPr lang="en-US" dirty="0"/>
              <a:t>DML data manipulation language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FD791-366A-4A16-B46A-BA17DCF875E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4764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Stress compliance, security, and operational safety.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FD791-366A-4A16-B46A-BA17DCF875E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9002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Contrast the old and new models clearly.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FD791-366A-4A16-B46A-BA17DCF875E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317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Apache Airflow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DAG (Directed Acyclic Graph)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 </a:t>
            </a:r>
            <a:r>
              <a:rPr lang="en-US" dirty="0"/>
              <a:t>the central concept used to define and orchestrate workflows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It is a collection of tasks organized with dependencies and relationships, specifying the order in which they should run.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FD791-366A-4A16-B46A-BA17DCF875E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4180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Explain how this mirrors </a:t>
            </a:r>
            <a:r>
              <a:rPr lang="en-US" dirty="0" err="1"/>
              <a:t>ArgoCD</a:t>
            </a:r>
            <a:r>
              <a:rPr lang="en-US" dirty="0"/>
              <a:t>-style pull models.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FD791-366A-4A16-B46A-BA17DCF875E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6386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Important slide for security teams and DBAs.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FD791-366A-4A16-B46A-BA17DCF875E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3281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FD791-366A-4A16-B46A-BA17DCF875E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319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Close with future scalability and roadmap.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5FD791-366A-4A16-B46A-BA17DCF875E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205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Governed Database Deployments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secure, auditable and pull-based model for database changes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Database changes are traditionally high-risk and hard to audit</a:t>
            </a:r>
          </a:p>
          <a:p>
            <a:r>
              <a:rPr lang="en-US" dirty="0"/>
              <a:t>Limited auditability and weak governance are common</a:t>
            </a:r>
          </a:p>
          <a:p>
            <a:r>
              <a:rPr dirty="0"/>
              <a:t>This model introduces governance without increasing complexity</a:t>
            </a:r>
          </a:p>
          <a:p>
            <a:r>
              <a:rPr dirty="0"/>
              <a:t>The solution has been validated in a working Docker-based 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Problems with the Current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Direct database access by humans or scripts</a:t>
            </a:r>
          </a:p>
          <a:p>
            <a:r>
              <a:rPr dirty="0"/>
              <a:t>DDL changes without rollback guarantees</a:t>
            </a:r>
          </a:p>
          <a:p>
            <a:r>
              <a:rPr dirty="0"/>
              <a:t>DML failures are hard to recover safely</a:t>
            </a:r>
          </a:p>
          <a:p>
            <a:r>
              <a:rPr dirty="0"/>
              <a:t>Limited traceability </a:t>
            </a:r>
            <a:r>
              <a:rPr lang="pt-BR" dirty="0"/>
              <a:t>and auditing</a:t>
            </a:r>
          </a:p>
          <a:p>
            <a:r>
              <a:rPr lang="pt-BR" dirty="0"/>
              <a:t>BMC ticket link</a:t>
            </a:r>
          </a:p>
          <a:p>
            <a:endParaRPr lang="pt-BR" dirty="0"/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Strong governance and full auditability</a:t>
            </a:r>
          </a:p>
          <a:p>
            <a:r>
              <a:rPr dirty="0"/>
              <a:t>Clear separation of responsibilities</a:t>
            </a:r>
          </a:p>
          <a:p>
            <a:r>
              <a:rPr dirty="0"/>
              <a:t>No inbound database exposure</a:t>
            </a:r>
          </a:p>
          <a:p>
            <a:r>
              <a:rPr dirty="0"/>
              <a:t>Compatibility with legacy systems (Oracle EBS)</a:t>
            </a:r>
            <a:endParaRPr lang="pt-BR" dirty="0"/>
          </a:p>
          <a:p>
            <a:r>
              <a:rPr lang="en-US" dirty="0"/>
              <a:t>Possibility to expand to other systems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vs Proposed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Current: </a:t>
            </a:r>
            <a:r>
              <a:rPr lang="pt-BR" dirty="0"/>
              <a:t>S</a:t>
            </a:r>
            <a:r>
              <a:rPr dirty="0" err="1"/>
              <a:t>emi</a:t>
            </a:r>
            <a:r>
              <a:rPr dirty="0"/>
              <a:t>-automated SQL execution</a:t>
            </a:r>
          </a:p>
          <a:p>
            <a:r>
              <a:rPr dirty="0"/>
              <a:t>Current: High operational risk and weak audit trail</a:t>
            </a:r>
          </a:p>
          <a:p>
            <a:r>
              <a:rPr dirty="0"/>
              <a:t>Proposed: Git-governed, pull-based execution</a:t>
            </a:r>
          </a:p>
          <a:p>
            <a:r>
              <a:rPr dirty="0"/>
              <a:t>Proposed: Deterministic and auditable deployments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84805"/>
            <a:ext cx="7886700" cy="1505883"/>
          </a:xfrm>
        </p:spPr>
        <p:txBody>
          <a:bodyPr anchor="ctr">
            <a:normAutofit/>
          </a:bodyPr>
          <a:lstStyle/>
          <a:p>
            <a:r>
              <a:rPr lang="en-US" sz="4500"/>
              <a:t>Target Architecture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78B8035-EB4F-A576-1388-FD7D7A02C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455659"/>
            <a:ext cx="7711807" cy="48523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Pull-Based Execution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Developers commit versioned SQL migrations to Git</a:t>
            </a:r>
          </a:p>
          <a:p>
            <a:r>
              <a:rPr dirty="0"/>
              <a:t>Git triggers Airflow through a controlled webhook</a:t>
            </a:r>
          </a:p>
          <a:p>
            <a:r>
              <a:rPr dirty="0"/>
              <a:t>Airflow orchestrates execution without holding secrets</a:t>
            </a:r>
          </a:p>
          <a:p>
            <a:r>
              <a:rPr dirty="0"/>
              <a:t>Flyway applies migrations with strict ordering and validation</a:t>
            </a:r>
          </a:p>
          <a:p>
            <a:r>
              <a:rPr dirty="0"/>
              <a:t>Database evolves with full history and traceability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No credentials stored in source control</a:t>
            </a:r>
          </a:p>
          <a:p>
            <a:r>
              <a:rPr dirty="0"/>
              <a:t>Secrets injected at runtime via Airflow Connections</a:t>
            </a:r>
          </a:p>
          <a:p>
            <a:r>
              <a:rPr dirty="0"/>
              <a:t>Outbound-only connectivity (no inbound DB access)</a:t>
            </a:r>
          </a:p>
          <a:p>
            <a:r>
              <a:rPr dirty="0"/>
              <a:t>Principle of Least Privilege enforced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Safe handling of DDL and DML failures</a:t>
            </a:r>
          </a:p>
          <a:p>
            <a:r>
              <a:rPr dirty="0"/>
              <a:t>Explicit recovery via forward-only migrations</a:t>
            </a:r>
          </a:p>
          <a:p>
            <a:r>
              <a:rPr dirty="0"/>
              <a:t>Repeatable and idempotent deployments</a:t>
            </a:r>
          </a:p>
          <a:p>
            <a:r>
              <a:rPr dirty="0"/>
              <a:t>Clear promotion</a:t>
            </a:r>
            <a:r>
              <a:rPr lang="pt-BR" dirty="0"/>
              <a:t> accross environments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Enables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Support for Oracle EBS </a:t>
            </a:r>
            <a:r>
              <a:rPr lang="pt-BR" dirty="0"/>
              <a:t>and other systems (Oracle thin, MySQL, Postgres, ...)</a:t>
            </a:r>
            <a:endParaRPr dirty="0"/>
          </a:p>
          <a:p>
            <a:r>
              <a:rPr dirty="0"/>
              <a:t>Compliance-ready database change management</a:t>
            </a:r>
          </a:p>
          <a:p>
            <a:r>
              <a:rPr dirty="0"/>
              <a:t>Scalable foundation for enterprise environments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8141450-2387-4aca-b41f-19cd6be9dd3c}" enabled="1" method="Standard" siteId="{adf10e2b-b6e9-41d6-be2f-c12bb566019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374</Words>
  <Application>Microsoft Office PowerPoint</Application>
  <PresentationFormat>On-screen Show (4:3)</PresentationFormat>
  <Paragraphs>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Governed Database Deployments</vt:lpstr>
      <vt:lpstr>Executive Summary</vt:lpstr>
      <vt:lpstr>Problems with the Current Model</vt:lpstr>
      <vt:lpstr>Design Goals</vt:lpstr>
      <vt:lpstr>Current vs Proposed</vt:lpstr>
      <vt:lpstr>Target Architecture</vt:lpstr>
      <vt:lpstr>Pull-Based Execution Flow</vt:lpstr>
      <vt:lpstr>Security Model</vt:lpstr>
      <vt:lpstr>Operational Benefits</vt:lpstr>
      <vt:lpstr>What This Enables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Luiz, Celeghin (DNV External)</cp:lastModifiedBy>
  <cp:revision>7</cp:revision>
  <dcterms:created xsi:type="dcterms:W3CDTF">2013-01-27T09:14:16Z</dcterms:created>
  <dcterms:modified xsi:type="dcterms:W3CDTF">2026-02-17T14:28:27Z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InfoFinished">
    <vt:lpwstr>True</vt:lpwstr>
  </property>
</Properties>
</file>